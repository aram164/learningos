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Erste DSA-Strafe je: 120 Mio. € gegen X (Dez 2025), für X nur ca. zwei Arbeitstage Umsatz. Musk ist seit 12. Juni erster Billionär (&gt;1 Bio. $); die Strafe ist rund 0,01 % seines Vermögens, wie 5 Euro bei 50.000. Kontrolle oder Theater? Braucht es überhaupt stärkere Regulierung?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Schaden beim Einzelnen. Plattformen optimiert auf Aufmerksamkeit; Scroll/Autoplay/Push greifen in den präfrontalen Cortex ein (bei Jugendlichen unreif). Folgen: Konzentration sinkt, Sucht, psychische Belastung. Metas interne Forschung (Haugen): Instagram schädigt das Körperbild von Teenager-Mädchen. Geschäftsmodell: Aufmerksamkeit um jeden Preis.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Gesellschaftlicher Schaden ist größer. Polarisierung &amp; Hetze: Myanmar, Facebook faktisch das Internet; UN 2018 'bestimmende Rolle', ~700.000 vertrieben. Cambridge Analytica: bis 87 Mio. Profile, US-Wahl 2016, 5 Mrd. $ Strafe. Propaganda/Desinformation, oft staatlich. Diese Systeme korrigieren sich nicht selbst.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greift der Markt nicht? Netzwerkeffekte (Metcalfe). Datenvorteile schaukeln sich auf. Gatekeeper = Infrastrukturkontrolle (Apple lehnt App ab, kein iOS-Zugang). Strukturell, nicht moralisch.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Kartellrecht (Art. 102) greift erst im Nachhinein. Google AdTech: 2012 bis 2025 = 13 Jahre; Monopol längst verankert. Deshalb DSA + DMA, beide vorbeugend.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Ebenen: Kartellrecht (nachträglich, langsam), DMA (vorbeugend, Marktmacht/Gatekeeper), DSA (vorbeugend, Inhalte/Risiken). Wichtig: Google-Bußgeld 2025 war Kartellrecht, kein DMA.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Stufenmodell, je größer desto mehr Pflichten. (1) Infrastruktur: nur auf Anordnung. (2) Hosting: Notice-and-Action + Lösch-Info. (3) Online-Plattformen: Beschwerde/Schlichtung, Minderjährigenschutz, Sperren, Händler-ID. (4) VLOPs: schärfster Katalog.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VLOPs (TikTok, YouTube, Instagram, Facebook, X …): 1) Risikobewertung + Audits (Art. 34/35); 2) abschaltbare Empfehlungen; 3) Werbearchiv; 4) Forschungsdatenzugang (Art. 40), demokratische Infrastruktur; 5) kein Targeting an Minderjährige. Sanktion: bis 6 % Weltumsatz.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 2025: X, 120 Mio. €, erste DSA-Strafe (blauer Haken, Werbearchiv, Forschungszugang). 2022 zeigte ein Eli-Lilly-Fake ('Insulin kostenlos') die Gefahr, Aktie -6 %. Okt 2025 Meta+TikTok; Feb 2026 TikTok (Suchtdesign); Apr 2026 Meta (Minderjährige). X klagt ('Zensur').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Gatekeeper = Infrastrukturkontrolle (Apple App Store: 1,3 Mrd. Geräte). Kriterien: &gt;45 Mio. Nutzer, &gt;10.000 Unternehmen, Umsatzschwellen. Designiert: Alphabet, Amazon, Apple, ByteDance, Meta, Microsoft, Booking.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Verbote/Gebote: kein Self-Preferencing, kein Anti-Steering, kein 'Consent or Pay', Interoperabilität, kein Datenmonopol. Sanktion: bis 10 %, Wiederholung 20 %.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 2025 erste DMA-Bußen: Apple 500 Mio. € (Anti-Steering), Meta 200 Mio. € (Consent or Pay). Jan 2026 Meta-Einigung. Neue Verfahren im KI-Kontext.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PRO: 1) Strukturelle Probleme brauchen strukturelle Antworten. 2) Nutzerschutz wirkt (TikTok, Minderjährige). 3) Demokratische Infrastruktur (Art. 40). 4) Brussels Effect (Bradford): EU setzt globale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CONTRA: 1) Wettbewerbsfähigkeit (Draghi 2024): EU fällt zurück, kein eigener Tech-Konzern; ~100 Gesetze und 270 Behörden bremsen junge Firmen. 2) Wirksamkeit: 120 Mio. symbolisch. 3) Regulierungsparadox: begünstigt die Großen.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Fazit: Ja, vorbeugende Regulierung ist nötig (Marktversagen strukturell). Aber Durchsetzung zu zögerlich (2 Jahre, 1 Buße). Offen: Verhaltensregeln oder Entflechtung? Vielleicht nicht Kontrolle, aber der Anfang davon.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Diskussion: 1) Können prozentuale Bußen Billionen-Konzerne steuern, oder Entflechtung? 2) KI-Firmen halten Fortschritte geheim, könnten ein Schlüssel-Werkzeug monopolisieren, Risiko für die EU-Sicherheit? 3) Verstaatlichung, digitale Infrastruktur als Menschenrecht?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ec.europa.eu/commission/presscorner/detail/en/ip_25_2934" TargetMode="External"/><Relationship Id="rId2" Type="http://schemas.openxmlformats.org/officeDocument/2006/relationships/hyperlink" Target="https://www.cnn.com/2026/06/06/business/musk-trillionaire-how-much-is-one-trillion-dollar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sj.com/articles/the-facebook-files-1163171303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mnesty.org/en/latest/news/2022/09/myanmar-facebooks-systems-promoted-violence-against-rohingya-meta-owes-reparations-new-report/" TargetMode="External"/><Relationship Id="rId2" Type="http://schemas.openxmlformats.org/officeDocument/2006/relationships/hyperlink" Target="https://www.cnbc.com/2018/04/10/facebook-cambridge-analytica-a-timeline-of-the-data-hijacking-scandal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nbc.com/2025/09/05/google-slapped-by-eu-with-3point45-billion-antitrust-fin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eur-lex.europa.eu/legal-content/DE/TXT/?uri=CELEX:32022R2065" TargetMode="External"/><Relationship Id="rId2" Type="http://schemas.openxmlformats.org/officeDocument/2006/relationships/hyperlink" Target="https://eur-lex.europa.eu/legal-content/DE/TXT/?uri=CELEX:32022R1925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eur-lex.europa.eu/legal-content/DE/TXT/?uri=CELEX:32022R206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eur-lex.europa.eu/legal-content/DE/TXT/?uri=CELEX:32022R206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ec.europa.eu/commission/presscorner/detail/en/ip_25_2934" TargetMode="External"/><Relationship Id="rId2" Type="http://schemas.openxmlformats.org/officeDocument/2006/relationships/hyperlink" Target="https://fortune.com/2022/11/11/no-free-insulin-eli-lilly-casualty-of-elon-musk-twitter-blue-verification-mes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eur-lex.europa.eu/legal-content/DE/TXT/?uri=CELEX:32022R192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eur-lex.europa.eu/legal-content/DE/TXT/?uri=CELEX:32022R192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igital-markets-act.ec.europa.eu/commission-finds-apple-and-meta-breach-digital-markets-act-2025-04-23_e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andfonline.com/doi/full/10.1080/17579961.2025.247058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ission.europa.eu/topics/competitiveness/draghi-report_e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eur-lex.europa.eu/legal-content/DE/TXT/?uri=CELEX:32022R2065" TargetMode="External"/><Relationship Id="rId2" Type="http://schemas.openxmlformats.org/officeDocument/2006/relationships/hyperlink" Target="https://eur-lex.europa.eu/legal-content/DE/TXT/?uri=CELEX:32022R1925" TargetMode="External"/><Relationship Id="rId3" Type="http://schemas.openxmlformats.org/officeDocument/2006/relationships/hyperlink" Target="https://ec.europa.eu/commission/presscorner/detail/en/ip_25_2934" TargetMode="External"/><Relationship Id="rId4" Type="http://schemas.openxmlformats.org/officeDocument/2006/relationships/hyperlink" Target="https://digital-markets-act.ec.europa.eu/commission-finds-apple-and-meta-breach-digital-markets-act-2025-04-23_en" TargetMode="External"/><Relationship Id="rId5" Type="http://schemas.openxmlformats.org/officeDocument/2006/relationships/hyperlink" Target="https://www.cnbc.com/2025/09/05/google-slapped-by-eu-with-3point45-billion-antitrust-fine.html" TargetMode="External"/><Relationship Id="rId6" Type="http://schemas.openxmlformats.org/officeDocument/2006/relationships/hyperlink" Target="https://www.wsj.com/articles/the-facebook-files-11631713039" TargetMode="External"/><Relationship Id="rId7" Type="http://schemas.openxmlformats.org/officeDocument/2006/relationships/hyperlink" Target="https://www.amnesty.org/en/latest/news/2022/09/myanmar-facebooks-systems-promoted-violence-against-rohingya-meta-owes-reparations-new-report/" TargetMode="External"/><Relationship Id="rId8" Type="http://schemas.openxmlformats.org/officeDocument/2006/relationships/hyperlink" Target="https://www.cnbc.com/2018/04/10/facebook-cambridge-analytica-a-timeline-of-the-data-hijacking-scandal.html" TargetMode="External"/><Relationship Id="rId9" Type="http://schemas.openxmlformats.org/officeDocument/2006/relationships/hyperlink" Target="https://commission.europa.eu/topics/competitiveness/draghi-report_en" TargetMode="External"/><Relationship Id="rId10" Type="http://schemas.openxmlformats.org/officeDocument/2006/relationships/hyperlink" Target="https://www.tandfonline.com/doi/full/10.1080/17579961.2025.2470588" TargetMode="External"/><Relationship Id="rId11" Type="http://schemas.openxmlformats.org/officeDocument/2006/relationships/hyperlink" Target="https://fortune.com/2022/11/11/no-free-insulin-eli-lilly-casualty-of-elon-musk-twitter-blue-verification-mess/" TargetMode="External"/><Relationship Id="rId12" Type="http://schemas.openxmlformats.org/officeDocument/2006/relationships/hyperlink" Target="https://www.cnn.com/2026/06/06/business/musk-trillionaire-how-much-is-one-trillion-dollars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640080" cy="128016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957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PLATTFORMREGULIERUNG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Sollte Big Tech stärker kontrolliert werden?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&amp; DMA — die EU-Regulierung der großen Plattformen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 Aljanadi   ·   18. Juni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Worum geht 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2025: erste DSA-Strafe überhaupt — 120 Mio. € gegen X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sind nur etwa zwei Arbeitstage Umsatz von X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Musk: seit 12.06.2026 erster Billionär (&gt; 1 Bio. $)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Strafe ≈ 0,01 % seines Vermögens — wie 5 € bei 50.000 €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 — oder Theater? Braucht Big Tech mehr Regulierung?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EU-Kommission: X-Geldbuße (2025)</a:t>
            </a:r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   ·  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(2026)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regulieren? (1) Schaden für den Einzelnen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Plattformen sind auf maximale Aufmerksamkeit optimiert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Scroll, Autoplay, Push — Angriff auf den präfrontalen Cortex (bei Jugendlichen noch unreif)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Folgen: Konzentration sinkt, Suchtverhalten, psychische Belastung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interne Forschung (Haugen): Instagram schädigt Körperbild von Teenager-Mädchen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Geschäftsmodell: Aufmerksamkeit um jeden Preis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Wall Street Journal: The Facebook Files (2021)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regulieren? (2) Schaden für die Gesellschaft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Polarisierung &amp; Hetze — Empörung erzeugt Reichweite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Myanmar: Facebook faktisch 'das Internet'; UN 2018 'bestimmende Rolle', ~700.000 vertrieben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Analytica: bis zu 87 Mio. Profile, US-Wahl 2016; 5 Mrd. $ Strafe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 &amp; Desinformation — oft staatlich gesteuert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sind nicht neutral — und korrigieren sich nicht selbst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Amnesty International: Myanmar (2022)</a:t>
            </a:r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   ·  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CNBC: Cambridge Analytica (2018)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korrigiert sich der Markt nicht?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Netzwerkeffekte (Metcalfe): wer früh groß ist, wird automatisch größer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Datenvorteile: mehr Nutzer → mehr Daten → bessere Modelle → mehr Nutzer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Gatekeeper-Positionen = Infrastrukturkontrolle (Apple lehnt App ab → kein iOS-Zugang)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moralisches Versagen — ein strukturelles Problem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klassische Instrumente zu langsam sind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Kartellrecht (Art. 102 AEUV): greift erst im Nachhinein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AdTech: Untersuchung 2012 → Bußgeld 2025 = 13 Jahre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 war längst verankert, bevor das Verfahren endete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der EU: DSA + DMA — beide greifen vorbeugend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CNBC: Google 2,95 Mrd. €, AdTech (2025)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EU-Werkzeugkasten — drei Ebenen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Kartellrecht (Art. 102): nachträglich, reagiert auf Einzelfälle, langsam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DMA: vorbeugend — Marktmacht &amp; Gatekeeper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vorbeugend — Inhalte &amp; systemische Risiken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Google-Bußgeld 2025 = Kartellrecht, KEIN DMA-Fall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DSA: VO (EU) 2022/2065</a:t>
            </a:r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   ·  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DMA: VO (EU) 2022/1925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Wer ist betroffen? Das Stufenmodell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Infrastruktur (ISP, Cloud): illegale Inhalte nur auf behördliche Anordnung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Hosting: 'Notice-and-Action'-Meldeweg + Info bei Löschung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Online-Plattformen: Beschwerde/Schlichtung, Minderjährigenschutz, Account-Sperren, Händler-Identifikation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VLOPs: &gt; 45 Mio. EU-Nutzer (~10 % der EU) → schärfster Katalog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DSA: VO (EU) 2022/2065, Art. 33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Was müssen VLOPs tun?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VLOPs: TikTok, YouTube, Instagram, Facebook, X, Google Search …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Risikobewertung + unabhängige Audits (Art. 34/35)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Personalisierte Empfehlungen abschaltbar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Öffentliches Werbearchiv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Forschungsdatenzugang (Art. 40) — 'demokratische Infrastruktur'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Kein Targeting an Minderjährige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Sanktion: bis 6 % des weltweiten Jahresumsatzes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DSA: VO (EU) 2022/2065, Art. 34/35, 39, 40, 74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Durchsetzung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2025: X — 120 Mio. €: blauer Haken (Dark Pattern), Werbearchiv, Forschungszugang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Eli-Lilly-Fake (2022): 'Insulin ist kostenlos' → Aktie −6 %, Mrd. vernichtet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 2025: Meta + TikTok (vorläufig) — Forschungszugang, Meldewege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2026: TikTok — suchterzeugendes Design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2026: Meta — Minderjährigenschutz (unter 13)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EU-Kommission: X-Geldbuße (2025)</a:t>
            </a:r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   ·  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Fortune: Eli Lilly (2022)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DMA: Das Gatekeeper-Konzept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 = Infrastrukturkontrolle, nicht nur Marktdominanz (Apple App Store: 1,3 Mrd. Geräte)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Kriterien: &gt; 45 Mio. Nutzer, &gt; 10.000 Unternehmen, Umsatzschwellen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Designiert: Alphabet, Amazon, Apple, ByteDance, Meta, Microsoft, Booking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der 7 wertvollsten Unternehmen der Welt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DMA: VO (EU) 2022/1925, Art.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DMA: Was ist verboten und geboten?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Self-Preferencing (Google bevorzugt eigene Dienste)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Anti-Steering (Entwickler dürfen auf günstigere Optionen hinweisen)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'Consent or Pay' als einzige Wahl (Meta-Fall)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Interoperabilität (z. B. Messenger)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Datenmonopol über Dienste hinweg ohne Einwilligung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Sanktion: bis 10 % Weltumsatz — bei Wiederholung 20 %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DMA: VO (EU) 2022/1925, Art. 5/6, 30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DMA: Durchsetzung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2025: erste DMA-Bußen überhaupt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500 Mio. € — Anti-Steering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200 Mio. € — 'Consent or Pay'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2026: Meta-Einigung → Regulierung ändert Verhalten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Verfahren: KI-Konkurrenz (Meta/WhatsApp, Google)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EU-Kommission: Apple &amp; Meta DMA-Verstoß (2025)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Debatte: PRO stärkere Kontrolle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braucht Struktur — Kartellrecht kommt 13 Jahre zu spät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Nutzerschutz wirkt — TikTok-Suchtdesign, Minderjährigenschutz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Demokratische Infrastruktur — Forschungszugang (Art. 40)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Brussels Effect (Bradford): EU-Regeln werden globaler Standard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Law, Innovation &amp; Technology (peer-reviewed, 2025)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Debatte: CONTRA / Gegenargumente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Wettbewerbsfähigkeit — Draghi 2024: EU fällt zurück, kein eigener Tech-Konzern; ~100 Gesetze, 270 Behörden bremsen junge Firmen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Wirksamkeit — 120 Mio. bleiben symbolisch; Verfahren dauern weiter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Regulierungsparadox — Compliance begünstigt die großen Konzerne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825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</a:rPr>
              <a:t>Quellen: </a:t>
            </a:r>
            <a:pPr indent="0" marL="0">
              <a:buNone/>
            </a:pPr>
            <a:r>
              <a:rPr lang="en-US" sz="900" i="1" u="sng" dirty="0">
                <a:solidFill>
                  <a:srgbClr val="1565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Draghi-Bericht 2024, Teil A, S. 6-9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Bewertung + Fazit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— vorbeugende Regulierung ist nötig: Marktversagen ist strukturell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Aber: Durchsetzung zu zögerlich — 2 Jahre DSA, eine Buße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Frage: Verhaltensregeln genug — oder Entflechtung?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'Vielleicht ist das nicht Kontrolle. Aber es ist der Anfang davon.'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Diskussionsfragen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54577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Können prozentuale Bußen Billionen-Konzerne steuern — oder braucht es Entflechtung?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KI-Unternehmen: geheime Fortschritte → Monopol auf ein Schlüssel-Werkzeug — Risiko für die Sicherheit der EU?</a:t>
            </a:r>
            <a:endParaRPr lang="en-US" sz="1700" dirty="0"/>
          </a:p>
          <a:p>
            <a:pPr marL="203200" indent="-2032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Verstaatlichung als Lösung? Digitale Infrastruktur als geschütztes Menschenrecht?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13232"/>
            <a:ext cx="128016" cy="42062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56692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54864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&amp; Regulierung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DSA: Verordnung (EU) 2022/2065, ABl. L 277 (2022)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DMA: Verordnung (EU) 2022/1925, ABl. L 265 (2022)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EU-Kommission: X-Geldbuße (IP/25/2934, 2025)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EU-Kommission: Apple &amp; Meta, DMA-Verstoß (2025)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CNBC: Google 2,95 Mrd. €, AdTech-Verfahren (2025)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37960" y="1554480"/>
            <a:ext cx="54864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Schäden &amp; Gesellschaft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Wall Street Journal: The Facebook Files (2021)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Amnesty International: Myanmar / Rohingya (2022)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CNBC: Cambridge-Analytica-Timeline (2018)
</a:t>
            </a:r>
            <a:endParaRPr lang="en-US" sz="1300" dirty="0"/>
          </a:p>
          <a:p>
            <a:pPr indent="0" marL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&amp; Ereignisse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Draghi-Bericht 2024, Teil A, S. 6-9 (EU-Kommission)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Law, Innovation &amp; Technology: Plattformregulierung (peer-reviewed, 2025)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Fortune: Eli-Lilly-Fake &amp; Aktiensturz (2022)
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15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CNN: Musk erster Billionär (2026)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60175" y="6400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Sollte Big Tech staerker kontrolliert werden?</dc:title>
  <dc:subject>PptxGenJS Presentation</dc:subject>
  <dc:creator>Aram Aljanadi</dc:creator>
  <cp:lastModifiedBy>Aram Aljanadi</cp:lastModifiedBy>
  <cp:revision>1</cp:revision>
  <dcterms:created xsi:type="dcterms:W3CDTF">2026-06-27T13:04:30Z</dcterms:created>
  <dcterms:modified xsi:type="dcterms:W3CDTF">2026-06-27T13:04:30Z</dcterms:modified>
</cp:coreProperties>
</file>